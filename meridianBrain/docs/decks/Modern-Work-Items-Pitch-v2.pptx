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Work Items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Ceremony with Clarity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18288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2004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proposal for how Platform Engineering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features, bugs, and defects.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 V.  |  April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188720" cy="292608"/>
          </a:xfrm>
          <a:prstGeom prst="rect">
            <a:avLst>
              <a:gd name="adj" fmla="val 12500"/>
            </a:avLst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We're spending time on ceremony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doesn't add value.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76809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965960"/>
            <a:ext cx="54864" cy="8686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6712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057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554480" y="2350008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info appears in Summary, User Story, Goals, and 6 AC scenarios. Expected vs. Actual appears in two separate fields on bugs.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31520" y="3017520"/>
            <a:ext cx="76809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1520" y="3017520"/>
            <a:ext cx="54864" cy="8686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218688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3108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Overhead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554480" y="3401568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weekly monitoring task gets the same 1,500-word, 8-section template as a critical production feature. Every defect gets 5 numbered repro steps — even when the logs tell the whole story.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31520" y="4069080"/>
            <a:ext cx="76809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1520" y="4069080"/>
            <a:ext cx="54864" cy="8686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270248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4160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Rigor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554480" y="4453128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Given/When/Then can be filled with vague content just as easily as plain English. The grammar enforces structure, not clarity.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463040" cy="2926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our own ADO work items reveal.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76809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288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78308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"As a Success Coach, I want to the system to automatically create support items when student registration fails with errors, so that I am alerted to resolve registration issues without manual tracking..."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71600" y="23317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restates the summary paragraph in an awkward grammar — and adds no new information.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" y="306324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31520" y="31546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731520" y="3840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in a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743200" y="306324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743200" y="31546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2743200" y="3840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in a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template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754880" y="306324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754880" y="31546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2x</a:t>
            </a:r>
            <a:endParaRPr lang="en-US" sz="4000" dirty="0"/>
          </a:p>
        </p:txBody>
      </p:sp>
      <p:sp>
        <p:nvSpPr>
          <p:cNvPr id="17" name="Text 14"/>
          <p:cNvSpPr/>
          <p:nvPr/>
        </p:nvSpPr>
        <p:spPr>
          <a:xfrm>
            <a:off x="4754880" y="3840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Expected/Actual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appears twice in bugs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766560" y="306324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766560" y="31546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4000" dirty="0"/>
          </a:p>
        </p:txBody>
      </p:sp>
      <p:sp>
        <p:nvSpPr>
          <p:cNvPr id="20" name="Text 17"/>
          <p:cNvSpPr/>
          <p:nvPr/>
        </p:nvSpPr>
        <p:spPr>
          <a:xfrm>
            <a:off x="6766560" y="3840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Given/When/Then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per story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103120" cy="2926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VALIDATION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We're not the first to figure this out.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3749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91640"/>
            <a:ext cx="374904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28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issues, not user stories." User stories are an anti-pattern. Write short, plain-language issues that state what needs to happen and why.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691640"/>
            <a:ext cx="3749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691640"/>
            <a:ext cx="374904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828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Basecamp (Shape Up)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21488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stories with a narrative Pitch. No acceptance criteria. Process Street adopted this and cut delivery from 6 months to 6 weeks.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3246120"/>
            <a:ext cx="3749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246120"/>
            <a:ext cx="374904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383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Google, Amazon, Netflix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37033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use user stories at all. Lightweight PRDs + direct product-engineer collaboration. User stories have become a 'cargo cult ritual.'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3246120"/>
            <a:ext cx="3749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3246120"/>
            <a:ext cx="374904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3383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Research (2024)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7033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auto-generate user stories, AC, test cases, and Gherkin from natural language. Formal structures are a machine concern, not a human concern.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New Standard: User Stories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sections. Plain English. Every section earns its place.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749040" cy="1417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7452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8013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23317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 itself. Verb-first title, clear deliverable in plain language. If it takes more than a short paragraph, break it into smaller tickets.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09160" y="1600200"/>
            <a:ext cx="3749040" cy="1417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8"/>
          <p:cNvSpPr/>
          <p:nvPr/>
        </p:nvSpPr>
        <p:spPr>
          <a:xfrm>
            <a:off x="4892040" y="178308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8745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8013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892040" y="23317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 that enables good judgment. Business problem, user pain, assumptions. If you can't articulate why, it shouldn't be in the sprint.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31520" y="3200400"/>
            <a:ext cx="3749040" cy="1417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Shape 12"/>
          <p:cNvSpPr/>
          <p:nvPr/>
        </p:nvSpPr>
        <p:spPr>
          <a:xfrm>
            <a:off x="914400" y="338328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47472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34015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914400" y="39319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finish line — including where it ends. Observable, specific, falsifiable assertions. Grouped by type when the list grows past five items.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09160" y="3200400"/>
            <a:ext cx="3749040" cy="1417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Shape 16"/>
          <p:cNvSpPr/>
          <p:nvPr/>
        </p:nvSpPr>
        <p:spPr>
          <a:xfrm>
            <a:off x="4892040" y="338328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47472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34015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4892040" y="39319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don't know yet. Open questions, who can answer them. Not a sign of poor grooming — a sign of intellectual honesty.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286000" cy="2926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&amp; AFTER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Story: TPGR Registration Failure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3931920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630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Summary (restates title)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User Story ("As a Success Coach...")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Goals &amp; Business Value (3 bullets)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Assumptions (4-row table)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Known Unknowns (4 questions)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Constraints (3 bullets)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Out of Scope (5 bullets)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Acceptance Criteria (6 G/W/T)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4206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sections  •  Same info 4x  •  ~1,500 words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2834640"/>
            <a:ext cx="457200" cy="4572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754880" y="146304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463040"/>
            <a:ext cx="3931920" cy="3657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0"/>
          <p:cNvSpPr/>
          <p:nvPr/>
        </p:nvSpPr>
        <p:spPr>
          <a:xfrm>
            <a:off x="4754880" y="14630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37760" y="19659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937760" y="21671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automated support item creation when TPGR registration fails...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937760" y="249631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937760" y="2697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Coaches have no systematic way to know when registration fails...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937760" y="30266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937760" y="32278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grouped assertions — expected behavior, error handling, boundaries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937760" y="35570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937760" y="37581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type? Routing? SLA?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937760" y="4160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sections  •  No duplication  •  ~300 words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New Standard: Defects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philosophy. Purpose-fit for broken things.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749040" cy="1417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rgbClr val="F9706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7452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8013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BROKEN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23317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symptom — not the cause. Expected vs. Actual stated once. Environment and affected functionality inline.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09160" y="1600200"/>
            <a:ext cx="3749040" cy="1417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8"/>
          <p:cNvSpPr/>
          <p:nvPr/>
        </p:nvSpPr>
        <p:spPr>
          <a:xfrm>
            <a:off x="4892040" y="1783080"/>
            <a:ext cx="457200" cy="457200"/>
          </a:xfrm>
          <a:prstGeom prst="ellipse">
            <a:avLst/>
          </a:prstGeom>
          <a:solidFill>
            <a:srgbClr val="B91C1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8745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8013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892040" y="23317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diagnostic trail. Error messages, logs, repro steps, test data, screenshots. As detailed as the defect demands — no more, no less.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31520" y="3200400"/>
            <a:ext cx="3749040" cy="1417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Shape 12"/>
          <p:cNvSpPr/>
          <p:nvPr/>
        </p:nvSpPr>
        <p:spPr>
          <a:xfrm>
            <a:off x="914400" y="3383280"/>
            <a:ext cx="457200" cy="457200"/>
          </a:xfrm>
          <a:prstGeom prst="ellipse">
            <a:avLst/>
          </a:prstGeom>
          <a:solidFill>
            <a:srgbClr val="F9706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47472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34015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WHEN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914400" y="39319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'fixed' looks like. Direct fix, regression safety, and boundaries in plain-English assertions.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09160" y="3200400"/>
            <a:ext cx="3749040" cy="1417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Shape 16"/>
          <p:cNvSpPr/>
          <p:nvPr/>
        </p:nvSpPr>
        <p:spPr>
          <a:xfrm>
            <a:off x="4892040" y="3383280"/>
            <a:ext cx="457200" cy="457200"/>
          </a:xfrm>
          <a:prstGeom prst="ellipse">
            <a:avLst/>
          </a:prstGeom>
          <a:solidFill>
            <a:srgbClr val="B91C1C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47472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34015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4892040" y="39319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hypotheses, scope questions, data impact. Root cause is a question here — the answer goes in Development Summary.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286000" cy="2926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&amp; AFTER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Bug: Term Flip Traction Errors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3931920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630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Description: Bug Summary + Expected/Actual + Business Impact + Affected Functionality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Repro Steps: Environment + Preconditions + 5 Steps + Expected/Actual (again)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System Info: Screenshots + Error Messages + Logs + Test Data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Acceptance Criteria: 6 G/W/T scenarios with badge tags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Root Cause Detail (styled analysis)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4206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fields  •  Expected/Actual 2x  •  1,200+ words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2834640"/>
            <a:ext cx="457200" cy="4572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754880" y="146304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463040"/>
            <a:ext cx="3931920" cy="3657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0"/>
          <p:cNvSpPr/>
          <p:nvPr/>
        </p:nvSpPr>
        <p:spPr>
          <a:xfrm>
            <a:off x="4754880" y="14630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37760" y="19659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BROKEN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937760" y="21671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automation errors on 45K of 300K records — duplicate ID + record locking. Stabilized, not transient.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937760" y="24963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937760" y="2697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output, environment, reproduction, scale — grouped naturally by type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937760" y="30266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WHEN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937760" y="32278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fix + regression safety + boundaries in plain assertions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937760" y="35570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937760" y="37581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bug or trigger issue? Other ETL jobs at risk?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937760" y="4160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sections  •  No duplication  •  ~400 words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changes. What doesn't.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93192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234440"/>
            <a:ext cx="3931920" cy="3657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stories: 4 sections (WHAT, WHY, DONE WHEN, UNKNOWNS)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Bugs/defects: 4 sections (WHAT'S BROKEN, EVIDENCE, FIXED WHEN, UNKNOWNS)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assertions replace Given/When/Then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 grouped by type when lists get long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AC becomes on-demand AI output, not human input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format scales from monitoring defect to critical production bug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234440"/>
            <a:ext cx="393192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234440"/>
            <a:ext cx="3931920" cy="36576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234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STAYS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78308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HTML templates (gradient headers, styled panels, badges)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Meridian's 5-phase ticket lifecycle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metadata (area path, iteration, business owner, tags)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Detail and Development Summary fields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Notes field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of all AI output — non-negotiable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645920" cy="2926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 for delivery.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749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54864" cy="137160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830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783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Grooming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60120" y="224028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sections with formal scenarios down to 4 focused sections with no duplication. Estimated 30-40% reduction in grooming time per work item.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09160" y="1600200"/>
            <a:ext cx="3749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1600200"/>
            <a:ext cx="54864" cy="137160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7830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1783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Cross-Team Adoption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937760" y="224028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engineer can read any team's ticket without training. "Describe what, explain why, define done, surface unknowns" is the only instruction needed.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31520" y="3200400"/>
            <a:ext cx="3749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1520" y="3200400"/>
            <a:ext cx="54864" cy="137160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3832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3383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 Visibility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960120" y="384048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Unknowns Registry gives product owners and leads a single view of every unresolved question across active work — no more standup surprises.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09160" y="3200400"/>
            <a:ext cx="3749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09160" y="3200400"/>
            <a:ext cx="54864" cy="137160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38328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40680" y="3383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937760" y="384048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descriptions are the optimal input for Meridian's evolving capabilities: knowledge graph, cross-platform impact analysis, self-improving intelligence.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We're not losing rigor.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We're relocating it.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structures become outputs of AI — not inputs from humans.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2377440" cy="2011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514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Write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"One support item per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registration attempt"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0" y="3154680"/>
            <a:ext cx="365760" cy="365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566160" y="2377440"/>
            <a:ext cx="2011680" cy="20116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7"/>
          <p:cNvSpPr/>
          <p:nvPr/>
        </p:nvSpPr>
        <p:spPr>
          <a:xfrm>
            <a:off x="3566160" y="2514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566160" y="2880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on demand</a:t>
            </a:r>
            <a:endParaRPr lang="en-US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3154680"/>
            <a:ext cx="365760" cy="3657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309360" y="2377440"/>
            <a:ext cx="2377440" cy="2011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0"/>
          <p:cNvSpPr/>
          <p:nvPr/>
        </p:nvSpPr>
        <p:spPr>
          <a:xfrm>
            <a:off x="6309360" y="2514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Compliance Get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492240" y="292608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Given/When/Then scenarios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matrices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Gherkin feature files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docs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18872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write tickets that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 actually read.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18288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details: </a:t>
            </a:r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Work Item Standard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Defect Standard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 V.  |  Platform Engineering  |  April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 Work Items: Replacing Ceremony with Clarity</dc:title>
  <dc:subject>PptxGenJS Presentation</dc:subject>
  <dc:creator>Chris V.</dc:creator>
  <cp:lastModifiedBy>Chris V.</cp:lastModifiedBy>
  <cp:revision>1</cp:revision>
  <dcterms:created xsi:type="dcterms:W3CDTF">2026-04-02T17:57:56Z</dcterms:created>
  <dcterms:modified xsi:type="dcterms:W3CDTF">2026-04-02T17:57:56Z</dcterms:modified>
</cp:coreProperties>
</file>